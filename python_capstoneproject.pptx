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70571-4CDA-4926-8AE1-254DB49E74F8}" v="21" dt="2025-04-27T17:42:19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52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DA31-DBF4-A558-ED1C-1B4711691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B9D6B-F4A2-56B4-3DCD-5CCFF7CD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F20F0-8D68-A151-27DC-3B482170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2F0AA-06D1-FD39-BEEB-1A3E8B4BD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C085F-BA0B-F916-9985-23CA6C6B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131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B108-B3C6-46DE-0650-C9AE4160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87D1-FB58-E04E-5813-21E4B8C40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47152-02C3-13A1-8B49-23479C60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FAECB-2087-D08B-DCC6-4734D23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77B90-2CFF-7088-B7FB-3D001906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000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8FE0-5159-1100-9118-1774F9B4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1F681-C37A-BCD4-15F9-4BABD5685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8320-3E28-B482-36BE-489C7250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AB161-035D-2E44-9AC1-468457EE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BE98-9E8D-63CA-6E16-F4AC0FCB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064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CD78-8B2A-3B46-803D-5701B047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E7895-079C-0198-055B-62B543DB0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EAAA0-61F0-7F8D-E1B4-752C3F79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25774-55CF-836F-692F-1C4E05BA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812-4C83-64F4-5E96-4EFA00F9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A6C1E-23E6-5B86-D695-23B2C084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5769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68D2-485B-19DE-8E18-5D2A019A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9AAB-3808-DC7E-2057-C2BF332E7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FE6D2-52C0-1458-B635-5E4E2955F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1E0A8-6C4A-0232-A8C3-0773239A5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16CFF-672C-BB51-7FE5-46772620B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D6304-220B-60B1-E73A-C4F4EF80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A84C2-022C-FAD6-E245-3233B029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0D779-B8DB-9F0F-8988-CB11125A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6813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FDA0-D549-35AD-7C72-181E0E18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C5F24-4C06-87D0-EE66-F1C241F6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9B28-4D71-CB80-593F-91E91764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3A957-FF2A-136D-6278-F3D492BA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221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E9220-54B7-D2D9-3948-A9AB57D7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3D471-938B-E60C-7E70-238E4C77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C1266-005F-C2F8-22B1-52CE1FC6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567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4978-A8F8-DCBF-19CC-40343C30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90857-81CF-84E4-1126-D63812070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FD1BC-C587-29D3-F87A-D19F224FE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4F623-23E4-7F51-6B5E-E760C995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0D129-1A80-BA72-B0A1-A1830AF7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28FE2-7EA1-36C1-794C-615D722F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0302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B4A0-7806-F8F9-6D1C-35B3A1A4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21905-6063-1420-9DFB-17ACEBBF3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BEEF-9E75-11DB-D2C7-27DA77DDE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C0FF9-2BEA-7103-64B1-F34CC393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D43B5-8E80-88C4-E834-A6F389F1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E00B0-53D0-62F5-5CBC-D2FACE73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637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3CC7-2A4A-C100-F558-676C3505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85DA4-8439-E8B5-1C0A-12604401A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0970A-5B18-E5E6-08D2-CC16B59A2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0CBC-F822-2802-7542-8365B6C7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0C7D-972B-9D29-4EE8-B3C9ACB4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8838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CA5D2-853A-3F19-9AB0-DC656FC72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CD490-FDDC-D0CA-21D5-20B8C889B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24426-D423-E31C-F0BF-6A1A6087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D8E2E-FA67-8368-EDA2-EC08FF0A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0F379-FD4B-C44A-F318-1A5E827E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2189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678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932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B7C42-D7A9-4C1A-EC80-B91E6E6F5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82CB-24E2-879F-1CED-F3BFFCFA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8512A-2559-E82A-050D-CAFB297A5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E2C2-623D-436A-8847-801A74D88B79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7E7E4-8423-47C8-1730-28D00E741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AE53-EFC6-819A-BE7C-453D7F5AE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40529-ADEB-45BA-98AA-0C940D24B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20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73799"/>
            <a:ext cx="64872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Capstone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227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r>
              <a:rPr lang="en-US" sz="28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Jinnala Vinay Babu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93790" y="44407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Date:27-04-2025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4510" y="285249"/>
            <a:ext cx="12850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GB" sz="4800" dirty="0"/>
              <a:t>Code 1:Linear </a:t>
            </a:r>
            <a:r>
              <a:rPr lang="en-GB" sz="4800" dirty="0" err="1"/>
              <a:t>Regression:House</a:t>
            </a:r>
            <a:r>
              <a:rPr lang="en-GB" sz="4800" dirty="0"/>
              <a:t> Price Prediction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335505"/>
            <a:ext cx="10058694" cy="291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EC7894F-3AF3-6C53-541B-381FF398E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510" y="994028"/>
            <a:ext cx="11422553" cy="6950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7CC7-7A16-EB1F-6623-C70CDB02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438150"/>
            <a:ext cx="13932568" cy="1590676"/>
          </a:xfrm>
        </p:spPr>
        <p:txBody>
          <a:bodyPr/>
          <a:lstStyle/>
          <a:p>
            <a:r>
              <a:rPr lang="en-IN" dirty="0"/>
              <a:t>CODE 2:Logistic Regression </a:t>
            </a:r>
            <a:r>
              <a:rPr lang="en-IN" dirty="0" err="1"/>
              <a:t>Project:EMAIL</a:t>
            </a:r>
            <a:r>
              <a:rPr lang="en-IN" dirty="0"/>
              <a:t> Spam Protection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6C784-7325-446C-34E5-719F139EF843}"/>
              </a:ext>
            </a:extLst>
          </p:cNvPr>
          <p:cNvSpPr txBox="1"/>
          <p:nvPr/>
        </p:nvSpPr>
        <p:spPr>
          <a:xfrm>
            <a:off x="409074" y="2159139"/>
            <a:ext cx="139325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import pandas as pd</a:t>
            </a:r>
          </a:p>
          <a:p>
            <a:r>
              <a:rPr lang="en-IN" sz="4000" dirty="0"/>
              <a:t>from </a:t>
            </a:r>
            <a:r>
              <a:rPr lang="en-IN" sz="4000" dirty="0" err="1"/>
              <a:t>sklearn.model_selection</a:t>
            </a:r>
            <a:r>
              <a:rPr lang="en-IN" sz="4000" dirty="0"/>
              <a:t> import </a:t>
            </a:r>
            <a:r>
              <a:rPr lang="en-IN" sz="4000" dirty="0" err="1"/>
              <a:t>train_test_split</a:t>
            </a:r>
            <a:endParaRPr lang="en-IN" sz="4000" dirty="0"/>
          </a:p>
          <a:p>
            <a:r>
              <a:rPr lang="en-IN" sz="4000" dirty="0"/>
              <a:t>from </a:t>
            </a:r>
            <a:r>
              <a:rPr lang="en-IN" sz="4000" dirty="0" err="1"/>
              <a:t>sklearn.feature_extraction.text</a:t>
            </a:r>
            <a:r>
              <a:rPr lang="en-IN" sz="4000" dirty="0"/>
              <a:t> import </a:t>
            </a:r>
            <a:r>
              <a:rPr lang="en-IN" sz="4000" dirty="0" err="1"/>
              <a:t>TfidfVectorizer</a:t>
            </a:r>
            <a:r>
              <a:rPr lang="en-IN" sz="4000" dirty="0"/>
              <a:t> </a:t>
            </a:r>
          </a:p>
          <a:p>
            <a:r>
              <a:rPr lang="en-IN" sz="4000" dirty="0"/>
              <a:t>from </a:t>
            </a:r>
            <a:r>
              <a:rPr lang="en-IN" sz="4000" dirty="0" err="1"/>
              <a:t>sklearn.linear_model</a:t>
            </a:r>
            <a:r>
              <a:rPr lang="en-IN" sz="4000" dirty="0"/>
              <a:t> import </a:t>
            </a:r>
            <a:r>
              <a:rPr lang="en-IN" sz="4000" dirty="0" err="1"/>
              <a:t>LogisticRegression</a:t>
            </a:r>
            <a:endParaRPr lang="en-IN" sz="4000" dirty="0"/>
          </a:p>
          <a:p>
            <a:r>
              <a:rPr lang="en-IN" sz="4000" dirty="0"/>
              <a:t>from </a:t>
            </a:r>
            <a:r>
              <a:rPr lang="en-IN" sz="4000" dirty="0" err="1"/>
              <a:t>sklearn.metrics</a:t>
            </a:r>
            <a:r>
              <a:rPr lang="en-IN" sz="4000" dirty="0"/>
              <a:t> import </a:t>
            </a:r>
            <a:r>
              <a:rPr lang="en-IN" sz="4000" dirty="0" err="1"/>
              <a:t>accuracy_score</a:t>
            </a:r>
            <a:r>
              <a:rPr lang="en-IN" sz="4000" dirty="0"/>
              <a:t>, </a:t>
            </a:r>
            <a:r>
              <a:rPr lang="en-IN" sz="4000" dirty="0" err="1"/>
              <a:t>precision_score</a:t>
            </a:r>
            <a:r>
              <a:rPr lang="en-IN" sz="4000" dirty="0"/>
              <a:t>, </a:t>
            </a:r>
            <a:r>
              <a:rPr lang="en-IN" sz="4000" dirty="0" err="1"/>
              <a:t>recall_score</a:t>
            </a:r>
            <a:r>
              <a:rPr lang="en-IN" sz="4000" dirty="0"/>
              <a:t>, </a:t>
            </a:r>
            <a:r>
              <a:rPr lang="en-IN" sz="4000" dirty="0" err="1"/>
              <a:t>confusion_matrix</a:t>
            </a:r>
            <a:endParaRPr lang="en-IN" sz="4000" dirty="0"/>
          </a:p>
          <a:p>
            <a:r>
              <a:rPr lang="en-IN" sz="4000" dirty="0"/>
              <a:t>import </a:t>
            </a:r>
            <a:r>
              <a:rPr lang="en-IN" sz="4000" dirty="0" err="1"/>
              <a:t>nltk</a:t>
            </a:r>
            <a:endParaRPr lang="en-IN" sz="4000" dirty="0"/>
          </a:p>
          <a:p>
            <a:r>
              <a:rPr lang="en-IN" sz="4000" dirty="0"/>
              <a:t>from </a:t>
            </a:r>
            <a:r>
              <a:rPr lang="en-IN" sz="4000" dirty="0" err="1"/>
              <a:t>nltk.corpus</a:t>
            </a:r>
            <a:r>
              <a:rPr lang="en-IN" sz="4000" dirty="0"/>
              <a:t> import </a:t>
            </a:r>
            <a:r>
              <a:rPr lang="en-IN" sz="4000" dirty="0" err="1"/>
              <a:t>stopwords</a:t>
            </a:r>
            <a:r>
              <a:rPr lang="en-IN" sz="4000" dirty="0"/>
              <a:t> </a:t>
            </a:r>
          </a:p>
          <a:p>
            <a:r>
              <a:rPr lang="en-IN" sz="4000" dirty="0"/>
              <a:t>import string</a:t>
            </a:r>
          </a:p>
        </p:txBody>
      </p:sp>
    </p:spTree>
    <p:extLst>
      <p:ext uri="{BB962C8B-B14F-4D97-AF65-F5344CB8AC3E}">
        <p14:creationId xmlns:p14="http://schemas.microsoft.com/office/powerpoint/2010/main" val="171273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B584E3AA-AA84-33DE-AB75-471249480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48" y="315862"/>
            <a:ext cx="12227289" cy="732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0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22A8C4-AD51-3796-F706-6BE08CA0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6" y="324853"/>
            <a:ext cx="7230979" cy="762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3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9F038BF1-CA53-567B-C6B8-C6255B2B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6" y="529389"/>
            <a:ext cx="10447048" cy="727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8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DC5F0595-A8FF-2055-5571-B15B68BA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2" y="312822"/>
            <a:ext cx="13186611" cy="750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5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0BB2383-4FFA-465F-3EC7-60D2B57E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445169"/>
            <a:ext cx="13030199" cy="747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D7E4FED4-B364-A61E-1F53-E325225E3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3965955" cy="72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6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45,900+ Thank You Sign Stock Photos, Pictures &amp; Royalty-Free ...">
            <a:extLst>
              <a:ext uri="{FF2B5EF4-FFF2-40B4-BE49-F238E27FC236}">
                <a16:creationId xmlns:a16="http://schemas.microsoft.com/office/drawing/2014/main" id="{0BA750A8-84A0-B78B-4964-89C05774B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39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3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97</Words>
  <Application>Microsoft Office PowerPoint</Application>
  <PresentationFormat>Custom</PresentationFormat>
  <Paragraphs>15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Inter</vt:lpstr>
      <vt:lpstr>Inter Bold</vt:lpstr>
      <vt:lpstr>Office Theme</vt:lpstr>
      <vt:lpstr>PowerPoint Presentation</vt:lpstr>
      <vt:lpstr>PowerPoint Presentation</vt:lpstr>
      <vt:lpstr>CODE 2:Logistic Regression Project:EMAIL Spam Protection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Anuradha jinnala</cp:lastModifiedBy>
  <cp:revision>2</cp:revision>
  <dcterms:created xsi:type="dcterms:W3CDTF">2025-04-27T17:15:42Z</dcterms:created>
  <dcterms:modified xsi:type="dcterms:W3CDTF">2025-04-27T17:51:09Z</dcterms:modified>
</cp:coreProperties>
</file>